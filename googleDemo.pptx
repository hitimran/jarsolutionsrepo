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71" r:id="rId10"/>
    <p:sldId id="273" r:id="rId11"/>
    <p:sldId id="274" r:id="rId12"/>
    <p:sldId id="275" r:id="rId13"/>
    <p:sldId id="276" r:id="rId14"/>
    <p:sldId id="277" r:id="rId15"/>
    <p:sldId id="267" r:id="rId16"/>
    <p:sldId id="268" r:id="rId17"/>
    <p:sldId id="269" r:id="rId18"/>
    <p:sldId id="270" r:id="rId19"/>
    <p:sldId id="278" r:id="rId20"/>
    <p:sldId id="279" r:id="rId21"/>
    <p:sldId id="280" r:id="rId22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74" autoAdjust="0"/>
    <p:restoredTop sz="94660"/>
  </p:normalViewPr>
  <p:slideViewPr>
    <p:cSldViewPr>
      <p:cViewPr varScale="1">
        <p:scale>
          <a:sx n="68" d="100"/>
          <a:sy n="68" d="100"/>
        </p:scale>
        <p:origin x="-14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l" rtl="0">
              <a:spcBef>
                <a:spcPts val="0"/>
              </a:spcBef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640"/>
              </a:spcBef>
              <a:buClr>
                <a:srgbClr val="888888"/>
              </a:buClr>
              <a:buFont typeface="Calibri"/>
              <a:buNone/>
              <a:defRPr sz="3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ctr" rtl="0">
              <a:spcBef>
                <a:spcPts val="560"/>
              </a:spcBef>
              <a:buClr>
                <a:srgbClr val="888888"/>
              </a:buClr>
              <a:buFont typeface="Calibri"/>
              <a:buNone/>
              <a:defRPr sz="28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ctr" rtl="0">
              <a:spcBef>
                <a:spcPts val="480"/>
              </a:spcBef>
              <a:buClr>
                <a:srgbClr val="888888"/>
              </a:buClr>
              <a:buFont typeface="Calibri"/>
              <a:buNone/>
              <a:defRPr sz="24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 sz="4000" b="1" cap="small"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722312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4572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marL="9144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marL="13716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marL="18288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marL="22860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marL="27432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marL="32004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marL="36576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 sz="2800"/>
            </a:lvl1pPr>
            <a:lvl2pPr rtl="0">
              <a:spcBef>
                <a:spcPts val="0"/>
              </a:spcBef>
              <a:defRPr sz="2400"/>
            </a:lvl2pPr>
            <a:lvl3pPr rtl="0">
              <a:spcBef>
                <a:spcPts val="0"/>
              </a:spcBef>
              <a:defRPr sz="2000"/>
            </a:lvl3pPr>
            <a:lvl4pPr rtl="0">
              <a:spcBef>
                <a:spcPts val="0"/>
              </a:spcBef>
              <a:defRPr sz="1800"/>
            </a:lvl4pPr>
            <a:lvl5pPr rtl="0">
              <a:spcBef>
                <a:spcPts val="0"/>
              </a:spcBef>
              <a:defRPr sz="1800"/>
            </a:lvl5pPr>
            <a:lvl6pPr rtl="0">
              <a:spcBef>
                <a:spcPts val="0"/>
              </a:spcBef>
              <a:defRPr sz="1800"/>
            </a:lvl6pPr>
            <a:lvl7pPr rtl="0">
              <a:spcBef>
                <a:spcPts val="0"/>
              </a:spcBef>
              <a:defRPr sz="1800"/>
            </a:lvl7pPr>
            <a:lvl8pPr rtl="0">
              <a:spcBef>
                <a:spcPts val="0"/>
              </a:spcBef>
              <a:defRPr sz="1800"/>
            </a:lvl8pPr>
            <a:lvl9pPr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 sz="2800"/>
            </a:lvl1pPr>
            <a:lvl2pPr rtl="0">
              <a:spcBef>
                <a:spcPts val="0"/>
              </a:spcBef>
              <a:defRPr sz="2400"/>
            </a:lvl2pPr>
            <a:lvl3pPr rtl="0">
              <a:spcBef>
                <a:spcPts val="0"/>
              </a:spcBef>
              <a:defRPr sz="2000"/>
            </a:lvl3pPr>
            <a:lvl4pPr rtl="0">
              <a:spcBef>
                <a:spcPts val="0"/>
              </a:spcBef>
              <a:defRPr sz="1800"/>
            </a:lvl4pPr>
            <a:lvl5pPr rtl="0">
              <a:spcBef>
                <a:spcPts val="0"/>
              </a:spcBef>
              <a:defRPr sz="1800"/>
            </a:lvl5pPr>
            <a:lvl6pPr rtl="0">
              <a:spcBef>
                <a:spcPts val="0"/>
              </a:spcBef>
              <a:defRPr sz="1800"/>
            </a:lvl6pPr>
            <a:lvl7pPr rtl="0">
              <a:spcBef>
                <a:spcPts val="0"/>
              </a:spcBef>
              <a:defRPr sz="1800"/>
            </a:lvl7pPr>
            <a:lvl8pPr rtl="0">
              <a:spcBef>
                <a:spcPts val="0"/>
              </a:spcBef>
              <a:defRPr sz="1800"/>
            </a:lvl8pPr>
            <a:lvl9pPr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libri"/>
              <a:buNone/>
              <a:defRPr sz="2400" b="1"/>
            </a:lvl1pPr>
            <a:lvl2pPr marL="457200" indent="0" rtl="0">
              <a:spcBef>
                <a:spcPts val="0"/>
              </a:spcBef>
              <a:buFont typeface="Calibri"/>
              <a:buNone/>
              <a:defRPr sz="2000" b="1"/>
            </a:lvl2pPr>
            <a:lvl3pPr marL="914400" indent="0" rtl="0">
              <a:spcBef>
                <a:spcPts val="0"/>
              </a:spcBef>
              <a:buFont typeface="Calibri"/>
              <a:buNone/>
              <a:defRPr sz="1800" b="1"/>
            </a:lvl3pPr>
            <a:lvl4pPr marL="1371600" indent="0" rtl="0">
              <a:spcBef>
                <a:spcPts val="0"/>
              </a:spcBef>
              <a:buFont typeface="Calibri"/>
              <a:buNone/>
              <a:defRPr sz="1600" b="1"/>
            </a:lvl4pPr>
            <a:lvl5pPr marL="1828800" indent="0" rtl="0">
              <a:spcBef>
                <a:spcPts val="0"/>
              </a:spcBef>
              <a:buFont typeface="Calibri"/>
              <a:buNone/>
              <a:defRPr sz="1600" b="1"/>
            </a:lvl5pPr>
            <a:lvl6pPr marL="2286000" indent="0" rtl="0">
              <a:spcBef>
                <a:spcPts val="0"/>
              </a:spcBef>
              <a:buFont typeface="Calibri"/>
              <a:buNone/>
              <a:defRPr sz="1600" b="1"/>
            </a:lvl6pPr>
            <a:lvl7pPr marL="2743200" indent="0" rtl="0">
              <a:spcBef>
                <a:spcPts val="0"/>
              </a:spcBef>
              <a:buFont typeface="Calibri"/>
              <a:buNone/>
              <a:defRPr sz="1600" b="1"/>
            </a:lvl7pPr>
            <a:lvl8pPr marL="3200400" indent="0" rtl="0">
              <a:spcBef>
                <a:spcPts val="0"/>
              </a:spcBef>
              <a:buFont typeface="Calibri"/>
              <a:buNone/>
              <a:defRPr sz="1600" b="1"/>
            </a:lvl8pPr>
            <a:lvl9pPr marL="3657600" indent="0" rtl="0">
              <a:spcBef>
                <a:spcPts val="0"/>
              </a:spcBef>
              <a:buFont typeface="Calibri"/>
              <a:buNone/>
              <a:defRPr sz="1600" b="1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 sz="2400"/>
            </a:lvl1pPr>
            <a:lvl2pPr rtl="0">
              <a:spcBef>
                <a:spcPts val="0"/>
              </a:spcBef>
              <a:defRPr sz="2000"/>
            </a:lvl2pPr>
            <a:lvl3pPr rtl="0">
              <a:spcBef>
                <a:spcPts val="0"/>
              </a:spcBef>
              <a:defRPr sz="1800"/>
            </a:lvl3pPr>
            <a:lvl4pPr rtl="0">
              <a:spcBef>
                <a:spcPts val="0"/>
              </a:spcBef>
              <a:defRPr sz="1600"/>
            </a:lvl4pPr>
            <a:lvl5pPr rtl="0">
              <a:spcBef>
                <a:spcPts val="0"/>
              </a:spcBef>
              <a:defRPr sz="1600"/>
            </a:lvl5pPr>
            <a:lvl6pPr rtl="0">
              <a:spcBef>
                <a:spcPts val="0"/>
              </a:spcBef>
              <a:defRPr sz="1600"/>
            </a:lvl6pPr>
            <a:lvl7pPr rtl="0">
              <a:spcBef>
                <a:spcPts val="0"/>
              </a:spcBef>
              <a:defRPr sz="1600"/>
            </a:lvl7pPr>
            <a:lvl8pPr rtl="0">
              <a:spcBef>
                <a:spcPts val="0"/>
              </a:spcBef>
              <a:defRPr sz="1600"/>
            </a:lvl8pPr>
            <a:lvl9pPr rtl="0">
              <a:spcBef>
                <a:spcPts val="0"/>
              </a:spcBef>
              <a:defRPr sz="16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4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libri"/>
              <a:buNone/>
              <a:defRPr sz="2400" b="1"/>
            </a:lvl1pPr>
            <a:lvl2pPr marL="457200" indent="0" rtl="0">
              <a:spcBef>
                <a:spcPts val="0"/>
              </a:spcBef>
              <a:buFont typeface="Calibri"/>
              <a:buNone/>
              <a:defRPr sz="2000" b="1"/>
            </a:lvl2pPr>
            <a:lvl3pPr marL="914400" indent="0" rtl="0">
              <a:spcBef>
                <a:spcPts val="0"/>
              </a:spcBef>
              <a:buFont typeface="Calibri"/>
              <a:buNone/>
              <a:defRPr sz="1800" b="1"/>
            </a:lvl3pPr>
            <a:lvl4pPr marL="1371600" indent="0" rtl="0">
              <a:spcBef>
                <a:spcPts val="0"/>
              </a:spcBef>
              <a:buFont typeface="Calibri"/>
              <a:buNone/>
              <a:defRPr sz="1600" b="1"/>
            </a:lvl4pPr>
            <a:lvl5pPr marL="1828800" indent="0" rtl="0">
              <a:spcBef>
                <a:spcPts val="0"/>
              </a:spcBef>
              <a:buFont typeface="Calibri"/>
              <a:buNone/>
              <a:defRPr sz="1600" b="1"/>
            </a:lvl5pPr>
            <a:lvl6pPr marL="2286000" indent="0" rtl="0">
              <a:spcBef>
                <a:spcPts val="0"/>
              </a:spcBef>
              <a:buFont typeface="Calibri"/>
              <a:buNone/>
              <a:defRPr sz="1600" b="1"/>
            </a:lvl6pPr>
            <a:lvl7pPr marL="2743200" indent="0" rtl="0">
              <a:spcBef>
                <a:spcPts val="0"/>
              </a:spcBef>
              <a:buFont typeface="Calibri"/>
              <a:buNone/>
              <a:defRPr sz="1600" b="1"/>
            </a:lvl7pPr>
            <a:lvl8pPr marL="3200400" indent="0" rtl="0">
              <a:spcBef>
                <a:spcPts val="0"/>
              </a:spcBef>
              <a:buFont typeface="Calibri"/>
              <a:buNone/>
              <a:defRPr sz="1600" b="1"/>
            </a:lvl8pPr>
            <a:lvl9pPr marL="3657600" indent="0" rtl="0">
              <a:spcBef>
                <a:spcPts val="0"/>
              </a:spcBef>
              <a:buFont typeface="Calibri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4" cy="39512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 sz="2400"/>
            </a:lvl1pPr>
            <a:lvl2pPr rtl="0">
              <a:spcBef>
                <a:spcPts val="0"/>
              </a:spcBef>
              <a:defRPr sz="2000"/>
            </a:lvl2pPr>
            <a:lvl3pPr rtl="0">
              <a:spcBef>
                <a:spcPts val="0"/>
              </a:spcBef>
              <a:defRPr sz="1800"/>
            </a:lvl3pPr>
            <a:lvl4pPr rtl="0">
              <a:spcBef>
                <a:spcPts val="0"/>
              </a:spcBef>
              <a:defRPr sz="1600"/>
            </a:lvl4pPr>
            <a:lvl5pPr rtl="0">
              <a:spcBef>
                <a:spcPts val="0"/>
              </a:spcBef>
              <a:defRPr sz="1600"/>
            </a:lvl5pPr>
            <a:lvl6pPr rtl="0">
              <a:spcBef>
                <a:spcPts val="0"/>
              </a:spcBef>
              <a:defRPr sz="1600"/>
            </a:lvl6pPr>
            <a:lvl7pPr rtl="0">
              <a:spcBef>
                <a:spcPts val="0"/>
              </a:spcBef>
              <a:defRPr sz="1600"/>
            </a:lvl7pPr>
            <a:lvl8pPr rtl="0">
              <a:spcBef>
                <a:spcPts val="0"/>
              </a:spcBef>
              <a:defRPr sz="1600"/>
            </a:lvl8pPr>
            <a:lvl9pPr rtl="0">
              <a:spcBef>
                <a:spcPts val="0"/>
              </a:spcBef>
              <a:defRPr sz="16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 sz="2000" b="1"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 sz="3200"/>
            </a:lvl1pPr>
            <a:lvl2pPr rtl="0">
              <a:spcBef>
                <a:spcPts val="0"/>
              </a:spcBef>
              <a:defRPr sz="2800"/>
            </a:lvl2pPr>
            <a:lvl3pPr rtl="0">
              <a:spcBef>
                <a:spcPts val="0"/>
              </a:spcBef>
              <a:defRPr sz="2400"/>
            </a:lvl3pPr>
            <a:lvl4pPr rtl="0">
              <a:spcBef>
                <a:spcPts val="0"/>
              </a:spcBef>
              <a:defRPr sz="2000"/>
            </a:lvl4pPr>
            <a:lvl5pPr rtl="0">
              <a:spcBef>
                <a:spcPts val="0"/>
              </a:spcBef>
              <a:defRPr sz="2000"/>
            </a:lvl5pPr>
            <a:lvl6pPr rtl="0">
              <a:spcBef>
                <a:spcPts val="0"/>
              </a:spcBef>
              <a:defRPr sz="2000"/>
            </a:lvl6pPr>
            <a:lvl7pPr rtl="0">
              <a:spcBef>
                <a:spcPts val="0"/>
              </a:spcBef>
              <a:defRPr sz="2000"/>
            </a:lvl7pPr>
            <a:lvl8pPr rtl="0">
              <a:spcBef>
                <a:spcPts val="0"/>
              </a:spcBef>
              <a:defRPr sz="2000"/>
            </a:lvl8pPr>
            <a:lvl9pPr rtl="0">
              <a:spcBef>
                <a:spcPts val="0"/>
              </a:spcBef>
              <a:defRPr sz="2000"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libri"/>
              <a:buNone/>
              <a:defRPr sz="1400"/>
            </a:lvl1pPr>
            <a:lvl2pPr marL="457200" indent="0" rtl="0">
              <a:spcBef>
                <a:spcPts val="0"/>
              </a:spcBef>
              <a:buFont typeface="Calibri"/>
              <a:buNone/>
              <a:defRPr sz="1200"/>
            </a:lvl2pPr>
            <a:lvl3pPr marL="914400" indent="0" rtl="0">
              <a:spcBef>
                <a:spcPts val="0"/>
              </a:spcBef>
              <a:buFont typeface="Calibri"/>
              <a:buNone/>
              <a:defRPr sz="1000"/>
            </a:lvl3pPr>
            <a:lvl4pPr marL="1371600" indent="0" rtl="0">
              <a:spcBef>
                <a:spcPts val="0"/>
              </a:spcBef>
              <a:buFont typeface="Calibri"/>
              <a:buNone/>
              <a:defRPr sz="900"/>
            </a:lvl4pPr>
            <a:lvl5pPr marL="1828800" indent="0" rtl="0">
              <a:spcBef>
                <a:spcPts val="0"/>
              </a:spcBef>
              <a:buFont typeface="Calibri"/>
              <a:buNone/>
              <a:defRPr sz="900"/>
            </a:lvl5pPr>
            <a:lvl6pPr marL="2286000" indent="0" rtl="0">
              <a:spcBef>
                <a:spcPts val="0"/>
              </a:spcBef>
              <a:buFont typeface="Calibri"/>
              <a:buNone/>
              <a:defRPr sz="900"/>
            </a:lvl6pPr>
            <a:lvl7pPr marL="2743200" indent="0" rtl="0">
              <a:spcBef>
                <a:spcPts val="0"/>
              </a:spcBef>
              <a:buFont typeface="Calibri"/>
              <a:buNone/>
              <a:defRPr sz="900"/>
            </a:lvl7pPr>
            <a:lvl8pPr marL="3200400" indent="0" rtl="0">
              <a:spcBef>
                <a:spcPts val="0"/>
              </a:spcBef>
              <a:buFont typeface="Calibri"/>
              <a:buNone/>
              <a:defRPr sz="900"/>
            </a:lvl8pPr>
            <a:lvl9pPr marL="3657600" indent="0" rtl="0">
              <a:spcBef>
                <a:spcPts val="0"/>
              </a:spcBef>
              <a:buFont typeface="Calibri"/>
              <a:buNone/>
              <a:defRPr sz="9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399" cy="566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 sz="2000" b="1"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3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2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2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libri"/>
              <a:buNone/>
              <a:defRPr sz="1400"/>
            </a:lvl1pPr>
            <a:lvl2pPr marL="457200" indent="0" rtl="0">
              <a:spcBef>
                <a:spcPts val="0"/>
              </a:spcBef>
              <a:buFont typeface="Calibri"/>
              <a:buNone/>
              <a:defRPr sz="1200"/>
            </a:lvl2pPr>
            <a:lvl3pPr marL="914400" indent="0" rtl="0">
              <a:spcBef>
                <a:spcPts val="0"/>
              </a:spcBef>
              <a:buFont typeface="Calibri"/>
              <a:buNone/>
              <a:defRPr sz="1000"/>
            </a:lvl3pPr>
            <a:lvl4pPr marL="1371600" indent="0" rtl="0">
              <a:spcBef>
                <a:spcPts val="0"/>
              </a:spcBef>
              <a:buFont typeface="Calibri"/>
              <a:buNone/>
              <a:defRPr sz="900"/>
            </a:lvl4pPr>
            <a:lvl5pPr marL="1828800" indent="0" rtl="0">
              <a:spcBef>
                <a:spcPts val="0"/>
              </a:spcBef>
              <a:buFont typeface="Calibri"/>
              <a:buNone/>
              <a:defRPr sz="900"/>
            </a:lvl5pPr>
            <a:lvl6pPr marL="2286000" indent="0" rtl="0">
              <a:spcBef>
                <a:spcPts val="0"/>
              </a:spcBef>
              <a:buFont typeface="Calibri"/>
              <a:buNone/>
              <a:defRPr sz="900"/>
            </a:lvl6pPr>
            <a:lvl7pPr marL="2743200" indent="0" rtl="0">
              <a:spcBef>
                <a:spcPts val="0"/>
              </a:spcBef>
              <a:buFont typeface="Calibri"/>
              <a:buNone/>
              <a:defRPr sz="900"/>
            </a:lvl7pPr>
            <a:lvl8pPr marL="3200400" indent="0" rtl="0">
              <a:spcBef>
                <a:spcPts val="0"/>
              </a:spcBef>
              <a:buFont typeface="Calibri"/>
              <a:buNone/>
              <a:defRPr sz="900"/>
            </a:lvl8pPr>
            <a:lvl9pPr marL="3657600" indent="0" rtl="0">
              <a:spcBef>
                <a:spcPts val="0"/>
              </a:spcBef>
              <a:buFont typeface="Calibri"/>
              <a:buNone/>
              <a:defRPr sz="900"/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222250" algn="l" rtl="0">
              <a:spcBef>
                <a:spcPts val="640"/>
              </a:spcBef>
              <a:buClr>
                <a:schemeClr val="dk1"/>
              </a:buClr>
              <a:buFont typeface="Arial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indent="-177800" algn="l" rtl="0">
              <a:spcBef>
                <a:spcPts val="560"/>
              </a:spcBef>
              <a:buClr>
                <a:schemeClr val="dk1"/>
              </a:buClr>
              <a:buFont typeface="Arial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indent="-136525" algn="l" rtl="0">
              <a:spcBef>
                <a:spcPts val="480"/>
              </a:spcBef>
              <a:buClr>
                <a:schemeClr val="dk1"/>
              </a:buClr>
              <a:buFont typeface="Arial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 rot="5400000">
            <a:off x="541337" y="190500"/>
            <a:ext cx="5851525" cy="6019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222250" algn="l" rtl="0">
              <a:spcBef>
                <a:spcPts val="640"/>
              </a:spcBef>
              <a:buClr>
                <a:schemeClr val="dk1"/>
              </a:buClr>
              <a:buFont typeface="Arial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indent="-177800" algn="l" rtl="0">
              <a:spcBef>
                <a:spcPts val="560"/>
              </a:spcBef>
              <a:buClr>
                <a:schemeClr val="dk1"/>
              </a:buClr>
              <a:buFont typeface="Arial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indent="-136525" algn="l" rtl="0">
              <a:spcBef>
                <a:spcPts val="480"/>
              </a:spcBef>
              <a:buClr>
                <a:schemeClr val="dk1"/>
              </a:buClr>
              <a:buFont typeface="Arial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l" rtl="0">
              <a:spcBef>
                <a:spcPts val="0"/>
              </a:spcBef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222250" algn="l" rtl="0">
              <a:spcBef>
                <a:spcPts val="640"/>
              </a:spcBef>
              <a:buClr>
                <a:schemeClr val="dk1"/>
              </a:buClr>
              <a:buFont typeface="Arial"/>
              <a:buChar char="●"/>
              <a:defRPr sz="32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indent="-177800" algn="l" rtl="0">
              <a:spcBef>
                <a:spcPts val="560"/>
              </a:spcBef>
              <a:buClr>
                <a:schemeClr val="dk1"/>
              </a:buClr>
              <a:buFont typeface="Arial"/>
              <a:buChar char="●"/>
              <a:defRPr sz="2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indent="-136525" algn="l" rtl="0">
              <a:spcBef>
                <a:spcPts val="480"/>
              </a:spcBef>
              <a:buClr>
                <a:schemeClr val="dk1"/>
              </a:buClr>
              <a:buFont typeface="Arial"/>
              <a:buChar char="●"/>
              <a:defRPr sz="2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indent="-152400" algn="l" rtl="0">
              <a:spcBef>
                <a:spcPts val="400"/>
              </a:spcBef>
              <a:buClr>
                <a:schemeClr val="dk1"/>
              </a:buClr>
              <a:buFont typeface="Arial"/>
              <a:buChar char="●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r" rtl="0">
              <a:spcBef>
                <a:spcPts val="0"/>
              </a:spcBef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/>
          <p:nvPr/>
        </p:nvSpPr>
        <p:spPr>
          <a:xfrm>
            <a:off x="298789" y="2314800"/>
            <a:ext cx="8369700" cy="2685836"/>
          </a:xfrm>
          <a:prstGeom prst="rect">
            <a:avLst/>
          </a:prstGeom>
          <a:solidFill>
            <a:srgbClr val="FDE9D8"/>
          </a:solidFill>
          <a:ln w="38100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lvl="0" algn="ctr">
              <a:buSzPct val="25000"/>
            </a:pPr>
            <a:r>
              <a:rPr lang="en-US" sz="5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US" sz="5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https://www.google.co.in/</a:t>
            </a:r>
            <a:endParaRPr lang="en-US" sz="5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571612"/>
            <a:ext cx="8401050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2786050" y="3786190"/>
            <a:ext cx="1357322" cy="500066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785918" y="3214686"/>
            <a:ext cx="142876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exist</a:t>
            </a:r>
            <a:endParaRPr lang="en-IN" dirty="0"/>
          </a:p>
        </p:txBody>
      </p:sp>
      <p:sp>
        <p:nvSpPr>
          <p:cNvPr id="9" name="Hexagon 8"/>
          <p:cNvSpPr/>
          <p:nvPr/>
        </p:nvSpPr>
        <p:spPr>
          <a:xfrm>
            <a:off x="1785918" y="785794"/>
            <a:ext cx="2357454" cy="857256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Skip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571612"/>
            <a:ext cx="8401050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428728" y="3143248"/>
            <a:ext cx="2928958" cy="428628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857224" y="2714620"/>
            <a:ext cx="2143140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Type  </a:t>
            </a:r>
            <a:r>
              <a:rPr lang="en-US" dirty="0" err="1" smtClean="0"/>
              <a:t>gmail</a:t>
            </a:r>
            <a:r>
              <a:rPr lang="en-US" dirty="0" smtClean="0"/>
              <a:t> </a:t>
            </a:r>
            <a:r>
              <a:rPr lang="en-US" dirty="0" err="1" smtClean="0"/>
              <a:t>signUp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643702" y="1357298"/>
            <a:ext cx="100013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000240"/>
            <a:ext cx="72390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429520" y="1928802"/>
            <a:ext cx="500066" cy="500066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285860"/>
            <a:ext cx="319087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785918" y="785794"/>
            <a:ext cx="100013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643042" y="1285860"/>
            <a:ext cx="3357586" cy="28575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3013" y="604838"/>
            <a:ext cx="6657975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214942" y="1643050"/>
            <a:ext cx="1000132" cy="21431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929058" y="1357298"/>
            <a:ext cx="1214446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Type </a:t>
            </a:r>
            <a:r>
              <a:rPr lang="en-US" dirty="0" err="1" smtClean="0"/>
              <a:t>firsName</a:t>
            </a:r>
            <a:r>
              <a:rPr lang="en-US" dirty="0" smtClean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3013" y="604838"/>
            <a:ext cx="6657975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6429388" y="1643050"/>
            <a:ext cx="857256" cy="21431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7000892" y="1357298"/>
            <a:ext cx="1214446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Type </a:t>
            </a:r>
            <a:r>
              <a:rPr lang="en-US" dirty="0" err="1" smtClean="0"/>
              <a:t>LastName</a:t>
            </a:r>
            <a:r>
              <a:rPr lang="en-US" dirty="0" smtClean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642918"/>
            <a:ext cx="6657975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072066" y="2143116"/>
            <a:ext cx="2214578" cy="21431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500430" y="1857364"/>
            <a:ext cx="1714512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Type </a:t>
            </a:r>
            <a:r>
              <a:rPr lang="en-US" smtClean="0"/>
              <a:t>Anything00007Uniques@gmail.com 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571480"/>
            <a:ext cx="6657975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715008" y="2571744"/>
            <a:ext cx="2428892" cy="21431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5000628" y="2714620"/>
            <a:ext cx="1714512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Type </a:t>
            </a:r>
            <a:r>
              <a:rPr lang="en-US" dirty="0" smtClean="0"/>
              <a:t>wqedfskjfjdkds12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7350" y="2938463"/>
            <a:ext cx="582930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4429124" y="3571876"/>
            <a:ext cx="2214578" cy="21431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6572264" y="3571876"/>
            <a:ext cx="1714512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Type </a:t>
            </a:r>
            <a:r>
              <a:rPr lang="en-US" dirty="0" smtClean="0"/>
              <a:t>wqedfskjfjdkds12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571480"/>
            <a:ext cx="6657975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500694" y="3500438"/>
            <a:ext cx="928694" cy="28575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7286644" y="2357430"/>
            <a:ext cx="1714512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1428736"/>
            <a:ext cx="2781300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/>
          <p:cNvSpPr/>
          <p:nvPr/>
        </p:nvSpPr>
        <p:spPr>
          <a:xfrm>
            <a:off x="3357554" y="2071678"/>
            <a:ext cx="1500198" cy="28575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4643438" y="2071678"/>
            <a:ext cx="1714512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714356"/>
            <a:ext cx="6657975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6643702" y="3643314"/>
            <a:ext cx="428628" cy="21431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6429388" y="3214686"/>
            <a:ext cx="1714512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Type </a:t>
            </a:r>
            <a:r>
              <a:rPr lang="en-US" dirty="0" smtClean="0"/>
              <a:t>14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428604"/>
            <a:ext cx="6657975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6715140" y="3357562"/>
            <a:ext cx="428628" cy="21431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357950" y="2928934"/>
            <a:ext cx="1714512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Type </a:t>
            </a:r>
            <a:r>
              <a:rPr lang="en-US" dirty="0" smtClean="0"/>
              <a:t>1989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571480"/>
            <a:ext cx="6657975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 flipV="1">
            <a:off x="5000628" y="4000504"/>
            <a:ext cx="714380" cy="21431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786446" y="3857628"/>
            <a:ext cx="1214446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67075" y="3057525"/>
            <a:ext cx="260985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3571868" y="3429000"/>
            <a:ext cx="571504" cy="21431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071670" y="3286124"/>
            <a:ext cx="1214446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642918"/>
            <a:ext cx="6657975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143504" y="4572008"/>
            <a:ext cx="2000264" cy="21431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6500826" y="4071942"/>
            <a:ext cx="1214446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Type </a:t>
            </a:r>
            <a:r>
              <a:rPr lang="en-US" dirty="0" smtClean="0"/>
              <a:t>9681790309 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642918"/>
            <a:ext cx="6657975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072066" y="5072074"/>
            <a:ext cx="2071702" cy="142876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6143604" y="5572140"/>
            <a:ext cx="3000396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Type hitimran@gmail.com</a:t>
            </a:r>
            <a:r>
              <a:rPr lang="en-US" dirty="0" smtClean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785794"/>
            <a:ext cx="6657975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7072330" y="6000768"/>
            <a:ext cx="642942" cy="28575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143604" y="5572140"/>
            <a:ext cx="3000396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204913"/>
            <a:ext cx="4572000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6072198" y="4572008"/>
            <a:ext cx="714380" cy="64294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1071546"/>
            <a:ext cx="4572000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643570" y="5000636"/>
            <a:ext cx="785818" cy="28575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143604" y="5572140"/>
            <a:ext cx="3000396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B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B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36</Words>
  <PresentationFormat>On-screen Show (4:3)</PresentationFormat>
  <Paragraphs>21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Custom Theme</vt:lpstr>
      <vt:lpstr>Slide 0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Imr@n</dc:creator>
  <cp:lastModifiedBy>User</cp:lastModifiedBy>
  <cp:revision>46</cp:revision>
  <dcterms:modified xsi:type="dcterms:W3CDTF">2016-07-21T22:34:29Z</dcterms:modified>
</cp:coreProperties>
</file>